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7" r:id="rId3"/>
    <p:sldId id="266" r:id="rId4"/>
    <p:sldId id="258" r:id="rId5"/>
    <p:sldId id="259" r:id="rId6"/>
    <p:sldId id="260" r:id="rId7"/>
    <p:sldId id="267" r:id="rId9"/>
    <p:sldId id="261" r:id="rId10"/>
    <p:sldId id="268" r:id="rId11"/>
    <p:sldId id="269" r:id="rId12"/>
    <p:sldId id="270" r:id="rId13"/>
    <p:sldId id="276" r:id="rId14"/>
    <p:sldId id="277" r:id="rId15"/>
    <p:sldId id="271" r:id="rId16"/>
    <p:sldId id="273" r:id="rId17"/>
    <p:sldId id="278" r:id="rId18"/>
    <p:sldId id="279" r:id="rId19"/>
    <p:sldId id="264" r:id="rId20"/>
    <p:sldId id="274" r:id="rId21"/>
    <p:sldId id="275" r:id="rId22"/>
    <p:sldId id="26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3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58C39-51B5-4297-B191-C92F1AB4DC0E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58C39-51B5-4297-B191-C92F1AB4DC0E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58C39-51B5-4297-B191-C92F1AB4DC0E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58C39-51B5-4297-B191-C92F1AB4DC0E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58C39-51B5-4297-B191-C92F1AB4DC0E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jpe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5910" y="326390"/>
            <a:ext cx="11630660" cy="1877060"/>
            <a:chOff x="295910" y="326390"/>
            <a:chExt cx="11630660" cy="1877060"/>
          </a:xfrm>
        </p:grpSpPr>
        <p:sp>
          <p:nvSpPr>
            <p:cNvPr id="3" name="object 3"/>
            <p:cNvSpPr/>
            <p:nvPr/>
          </p:nvSpPr>
          <p:spPr>
            <a:xfrm>
              <a:off x="314960" y="345440"/>
              <a:ext cx="11592560" cy="1838960"/>
            </a:xfrm>
            <a:custGeom>
              <a:avLst/>
              <a:gdLst/>
              <a:ahLst/>
              <a:cxnLst/>
              <a:rect l="l" t="t" r="r" b="b"/>
              <a:pathLst>
                <a:path w="11592560" h="1838960">
                  <a:moveTo>
                    <a:pt x="0" y="0"/>
                  </a:moveTo>
                  <a:lnTo>
                    <a:pt x="11592560" y="0"/>
                  </a:lnTo>
                  <a:lnTo>
                    <a:pt x="11592560" y="1838960"/>
                  </a:lnTo>
                  <a:lnTo>
                    <a:pt x="0" y="183896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0309" y="507709"/>
              <a:ext cx="10972800" cy="118103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606550" y="3429635"/>
            <a:ext cx="8871585" cy="325183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7620" rIns="0" bIns="0" rtlCol="0">
            <a:noAutofit/>
          </a:bodyPr>
          <a:lstStyle/>
          <a:p>
            <a:pPr marL="8255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19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Galla Sai Siddartha (192425093)</a:t>
            </a:r>
            <a:endParaRPr lang="en-IN" altLang="en-US" sz="19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6950" lvl="2" indent="45720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Shaik Ahamed Ali (192425106)</a:t>
            </a:r>
            <a:endParaRPr lang="en-US" sz="19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6950" lvl="2" indent="45720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IN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A.Surendra krishna</a:t>
            </a:r>
            <a:r>
              <a:rPr lang="en-IN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192472202</a:t>
            </a:r>
            <a:r>
              <a:rPr lang="en-IN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9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6950" lvl="2" indent="45720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IN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M.Harinath</a:t>
            </a: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192425020</a:t>
            </a: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altLang="en-US" sz="19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6950" lvl="2" indent="45720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</a:t>
            </a: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ishnu vardhan</a:t>
            </a: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192425212</a:t>
            </a: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9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I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MLA0302</a:t>
            </a:r>
            <a:endParaRPr lang="en-US" altLang="en-US" sz="19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</a:t>
            </a:r>
            <a:endParaRPr lang="en-US" sz="19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Dr.T.P.Anithaashr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IN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1185" y="2375535"/>
            <a:ext cx="11316335" cy="8636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675380" marR="5080" indent="-3663315" algn="l">
              <a:lnSpc>
                <a:spcPts val="3200"/>
              </a:lnSpc>
              <a:spcBef>
                <a:spcPts val="340"/>
              </a:spcBef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FoodRescue AI – Smart Food Redistribution Using Markov Decisi</a:t>
            </a:r>
            <a:r>
              <a:rPr lang="en-IN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and Bellman</a:t>
            </a:r>
            <a:r>
              <a:rPr lang="en-IN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endParaRPr lang="en-US" alt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609600" y="450215"/>
            <a:ext cx="10972800" cy="889000"/>
          </a:xfrm>
          <a:prstGeom prst="rect">
            <a:avLst/>
          </a:prstGeom>
        </p:spPr>
        <p:txBody>
          <a:bodyPr vert="horz" wrap="square" lIns="0" tIns="217566" rIns="0" bIns="0" rtlCol="0">
            <a:noAutofit/>
          </a:bodyPr>
          <a:lstStyle/>
          <a:p>
            <a:pPr marL="3308985" algn="l">
              <a:lnSpc>
                <a:spcPct val="100000"/>
              </a:lnSpc>
              <a:spcBef>
                <a:spcPts val="100"/>
              </a:spcBef>
            </a:pPr>
            <a:r>
              <a:rPr lang="en-IN" alt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    ABSTRACT</a:t>
            </a:r>
            <a:r>
              <a:rPr 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b="1" spc="-1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533400" y="1704340"/>
            <a:ext cx="11184255" cy="4171950"/>
          </a:xfrm>
          <a:prstGeom prst="rect">
            <a:avLst/>
          </a:prstGeom>
        </p:spPr>
        <p:txBody>
          <a:bodyPr vert="horz" wrap="square" lIns="0" tIns="76835" rIns="0" bIns="0" rtlCol="0">
            <a:noAutofit/>
          </a:bodyPr>
          <a:lstStyle/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FoodRescue AI is an intelligent food redistribution system designed to reduce food wastage by connecting food donors with suitable NGOs.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The project uses Reinforcement Learning (RL) as the core decision-making mechanism to determine the best NGO for each available food donation.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The system considers multiple factors such as food expiry time, distance between donor and NGO, NGO food demand, available quantity, and previous delivery success.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A Markov Decision Process (MDP) is used to model the food redistribution environment, where the system observes the current state and selects appropriate actions.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Bellman Equations and Q-Learning are used to evaluate and improve the decision-making policy based on rewards received from successful food redistribution.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4200" y="381000"/>
            <a:ext cx="1136015" cy="1172210"/>
          </a:xfrm>
          <a:prstGeom prst="rect">
            <a:avLst/>
          </a:prstGeom>
          <a:noFill/>
        </p:spPr>
      </p:pic>
      <p:pic>
        <p:nvPicPr>
          <p:cNvPr id="1751493938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457200"/>
            <a:ext cx="1329690" cy="1075690"/>
          </a:xfrm>
          <a:prstGeom prst="rect">
            <a:avLst/>
          </a:prstGeom>
          <a:noFill/>
        </p:spPr>
      </p:pic>
      <p:sp>
        <p:nvSpPr>
          <p:cNvPr id="6" name="object 2"/>
          <p:cNvSpPr/>
          <p:nvPr/>
        </p:nvSpPr>
        <p:spPr>
          <a:xfrm>
            <a:off x="304800" y="332740"/>
            <a:ext cx="11582400" cy="622427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1" y="624205"/>
            <a:ext cx="10972799" cy="894080"/>
          </a:xfrm>
          <a:prstGeom prst="rect">
            <a:avLst/>
          </a:prstGeom>
        </p:spPr>
        <p:txBody>
          <a:bodyPr vert="horz" wrap="square" lIns="0" tIns="217566" rIns="0" bIns="0" rtlCol="0">
            <a:spAutoFit/>
          </a:bodyPr>
          <a:lstStyle/>
          <a:p>
            <a:pPr marL="3308985" algn="l">
              <a:lnSpc>
                <a:spcPct val="100000"/>
              </a:lnSpc>
              <a:spcBef>
                <a:spcPts val="100"/>
              </a:spcBef>
            </a:pPr>
            <a:r>
              <a:rPr lang="en-IN" alt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b="1" spc="-1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4505" y="1898015"/>
            <a:ext cx="7958455" cy="4127500"/>
          </a:xfrm>
          <a:prstGeom prst="rect">
            <a:avLst/>
          </a:prstGeom>
        </p:spPr>
        <p:txBody>
          <a:bodyPr vert="horz" wrap="square" lIns="0" tIns="76835" rIns="0" bIns="0" rtlCol="0">
            <a:noAutofit/>
          </a:bodyPr>
          <a:lstStyle/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Food wastage is a major problem despite increasing food insecurity.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Surplus food can be redistributed to NGOs instead of being wasted.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Selecting the right NGO depends on time, distance, demand, and food quantity.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FoodRescue AI uses AI to make smart food redistribution decisions.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Reinforcement Learning helps the system learn from previous donation outcomes.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A Markov Decision Process (MDP) models the food redistribution environment.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1751493938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sp>
        <p:nvSpPr>
          <p:cNvPr id="5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8643620" y="2256155"/>
            <a:ext cx="2938780" cy="34105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25604"/>
            <a:ext cx="10896600" cy="894080"/>
          </a:xfrm>
          <a:prstGeom prst="rect">
            <a:avLst/>
          </a:prstGeom>
        </p:spPr>
        <p:txBody>
          <a:bodyPr vert="horz" wrap="square" lIns="0" tIns="217566" rIns="0" bIns="0" rtlCol="0">
            <a:spAutoFit/>
          </a:bodyPr>
          <a:lstStyle/>
          <a:p>
            <a:pPr marL="2513965" algn="l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b="1" spc="-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81000" y="1616710"/>
            <a:ext cx="7258685" cy="4723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amounts of surplus edible food are wasted every day.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NGOs often struggle to receive the right quantity of food at the right time.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NGO selection may lead to delays and inefficient food distribution.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Food expiry time makes quick and accurate decision-making essential.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factors such as distance, demand, and delivery success must be considered.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do not learn from previous donation and delivery outcomes.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4" descr="Description: E:\SSE\SSE\personal\logo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sp>
        <p:nvSpPr>
          <p:cNvPr id="4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7730490" y="2105660"/>
            <a:ext cx="3836670" cy="3968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8400" y="532765"/>
            <a:ext cx="6731635" cy="115379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301115" algn="l"/>
              </a:tabLst>
            </a:pPr>
            <a:r>
              <a:rPr lang="en-US"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OBJECTIVE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6715" y="1955165"/>
            <a:ext cx="7640320" cy="3924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food wastage by enabling efficient redistribution of surplus food.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and select the most suitable NGO for each food donation.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Reinforcement Learning and Q-Learning for intelligent decision-making.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consider factors such as food expiry time, distance, NGO demand, and delivery success.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NGO food requirements using the K-Nearest Neighbors (KNN) algorithm.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3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sp>
        <p:nvSpPr>
          <p:cNvPr id="5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8187055" y="2142490"/>
            <a:ext cx="3392805" cy="3901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1"/>
          <p:cNvSpPr txBox="1"/>
          <p:nvPr/>
        </p:nvSpPr>
        <p:spPr>
          <a:xfrm>
            <a:off x="294005" y="607060"/>
            <a:ext cx="11687175" cy="62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 REVIEW</a:t>
            </a:r>
            <a:endParaRPr lang="en-US" alt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6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sp>
        <p:nvSpPr>
          <p:cNvPr id="7" name="object 2"/>
          <p:cNvSpPr/>
          <p:nvPr/>
        </p:nvSpPr>
        <p:spPr>
          <a:xfrm>
            <a:off x="304800" y="332740"/>
            <a:ext cx="11582400" cy="622427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" y="1902460"/>
            <a:ext cx="11046460" cy="4469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t="5965" b="10303"/>
          <a:stretch>
            <a:fillRect/>
          </a:stretch>
        </p:blipFill>
        <p:spPr>
          <a:xfrm>
            <a:off x="384175" y="1228725"/>
            <a:ext cx="11332210" cy="514667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4005" y="457200"/>
            <a:ext cx="11687175" cy="771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US" alt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68965" y="457200"/>
            <a:ext cx="1035050" cy="702945"/>
          </a:xfrm>
          <a:prstGeom prst="rect">
            <a:avLst/>
          </a:prstGeom>
          <a:noFill/>
        </p:spPr>
      </p:pic>
      <p:pic>
        <p:nvPicPr>
          <p:cNvPr id="3" name="Picture 4" descr="Description: E:\SSE\SSE\personal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694690"/>
          </a:xfrm>
          <a:prstGeom prst="rect">
            <a:avLst/>
          </a:prstGeom>
          <a:noFill/>
        </p:spPr>
      </p:pic>
      <p:sp>
        <p:nvSpPr>
          <p:cNvPr id="5" name="object 2"/>
          <p:cNvSpPr/>
          <p:nvPr/>
        </p:nvSpPr>
        <p:spPr>
          <a:xfrm>
            <a:off x="304800" y="285115"/>
            <a:ext cx="11582400" cy="615696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Text Box 4"/>
          <p:cNvSpPr txBox="1"/>
          <p:nvPr/>
        </p:nvSpPr>
        <p:spPr>
          <a:xfrm>
            <a:off x="1767205" y="565785"/>
            <a:ext cx="9137015" cy="1541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1 : </a:t>
            </a:r>
            <a:r>
              <a:rPr lang="en-US" altLang="en-US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 Authentication and Data Management using JWT</a:t>
            </a:r>
            <a:endParaRPr lang="en-US" altLang="en-US" sz="3700" b="1" spc="-1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4000" b="1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altLang="en-US" sz="44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4200" y="685800"/>
            <a:ext cx="1136015" cy="1158875"/>
          </a:xfrm>
          <a:prstGeom prst="rect">
            <a:avLst/>
          </a:prstGeom>
          <a:noFill/>
        </p:spPr>
      </p:pic>
      <p:pic>
        <p:nvPicPr>
          <p:cNvPr id="7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685800"/>
            <a:ext cx="1310005" cy="1158875"/>
          </a:xfrm>
          <a:prstGeom prst="rect">
            <a:avLst/>
          </a:prstGeom>
          <a:noFill/>
        </p:spPr>
      </p:pic>
      <p:sp>
        <p:nvSpPr>
          <p:cNvPr id="8" name="Text Box 7"/>
          <p:cNvSpPr txBox="1"/>
          <p:nvPr/>
        </p:nvSpPr>
        <p:spPr>
          <a:xfrm>
            <a:off x="228600" y="2106930"/>
            <a:ext cx="7388860" cy="5064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Secure user registration and login using Google Authentication.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Real-time OTP verification using Twilio for secure user validation.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Google OAuth Algorithm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– Used for secure login through Google authentication.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OTP Verification Algorithm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– Generates and verifies a one-time password</a:t>
            </a:r>
            <a:r>
              <a:rPr lang="en-IN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Technologies Used</a:t>
            </a:r>
            <a:r>
              <a:rPr lang="en-IN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endParaRPr lang="en-US" altLang="en-US" sz="2200" b="1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4572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Google Authentication | Twilio OTP | Supabase | JWT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Picture 2" descr="Screenshot 2026-08-05 0820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095" y="1917065"/>
            <a:ext cx="3891280" cy="43110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Text Box 15"/>
          <p:cNvSpPr txBox="1"/>
          <p:nvPr/>
        </p:nvSpPr>
        <p:spPr>
          <a:xfrm>
            <a:off x="1681480" y="370840"/>
            <a:ext cx="9222740" cy="1276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</a:t>
            </a:r>
            <a:r>
              <a:rPr lang="en-US" alt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:</a:t>
            </a:r>
            <a:r>
              <a:rPr lang="en-US" altLang="en-US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Food Donation Processing using Rule-Based Validation</a:t>
            </a:r>
            <a:endParaRPr lang="en-US" altLang="en-US" sz="3700" b="1" spc="-1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altLang="en-US" sz="44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4200" y="685800"/>
            <a:ext cx="1136015" cy="1158875"/>
          </a:xfrm>
          <a:prstGeom prst="rect">
            <a:avLst/>
          </a:prstGeom>
          <a:noFill/>
        </p:spPr>
      </p:pic>
      <p:pic>
        <p:nvPicPr>
          <p:cNvPr id="18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685800"/>
            <a:ext cx="1310005" cy="1158875"/>
          </a:xfrm>
          <a:prstGeom prst="rect">
            <a:avLst/>
          </a:prstGeom>
          <a:noFill/>
        </p:spPr>
      </p:pic>
      <p:sp>
        <p:nvSpPr>
          <p:cNvPr id="19" name="Text Box 18"/>
          <p:cNvSpPr txBox="1"/>
          <p:nvPr/>
        </p:nvSpPr>
        <p:spPr>
          <a:xfrm>
            <a:off x="533400" y="1845310"/>
            <a:ext cx="11056620" cy="2128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Enables users to submit surplus food donation details through the system.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Collects information such as food type, quantity, preparation time, expiry time,location.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Algorithm Used: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Rule-Based Validation Algorithm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indent="4572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Uses predefined IF–ELSE rules to validate food donation details.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indent="4572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Checks food expiry time, quantity, food type, and required information.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" name="object 2"/>
          <p:cNvSpPr/>
          <p:nvPr/>
        </p:nvSpPr>
        <p:spPr>
          <a:xfrm>
            <a:off x="304800" y="371475"/>
            <a:ext cx="1164844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973830"/>
            <a:ext cx="11056620" cy="2367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Text Box 8"/>
          <p:cNvSpPr txBox="1"/>
          <p:nvPr/>
        </p:nvSpPr>
        <p:spPr>
          <a:xfrm>
            <a:off x="1594485" y="489585"/>
            <a:ext cx="9309735" cy="1158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</a:t>
            </a:r>
            <a:r>
              <a:rPr lang="en-US" alt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: </a:t>
            </a:r>
            <a:r>
              <a:rPr lang="en-US" altLang="en-US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NGO Demand Prediction using K-Nearest Neighbors (KNN)</a:t>
            </a:r>
            <a:endParaRPr lang="en-US" altLang="en-US" sz="3700" b="1" spc="-1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IN" altLang="en-US" sz="3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4200" y="488950"/>
            <a:ext cx="1136015" cy="1158875"/>
          </a:xfrm>
          <a:prstGeom prst="rect">
            <a:avLst/>
          </a:prstGeom>
          <a:noFill/>
        </p:spPr>
      </p:pic>
      <p:pic>
        <p:nvPicPr>
          <p:cNvPr id="12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488950"/>
            <a:ext cx="1310005" cy="1158875"/>
          </a:xfrm>
          <a:prstGeom prst="rect">
            <a:avLst/>
          </a:prstGeom>
          <a:noFill/>
        </p:spPr>
      </p:pic>
      <p:sp>
        <p:nvSpPr>
          <p:cNvPr id="13" name="Text Box 12"/>
          <p:cNvSpPr txBox="1"/>
          <p:nvPr/>
        </p:nvSpPr>
        <p:spPr>
          <a:xfrm>
            <a:off x="533400" y="1810385"/>
            <a:ext cx="11170285" cy="2087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Predicts the food demand of NGOs based on historical donation and requirement data.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Uses K-Nearest Neighbors (KNN) to identify NGOs with similar past demand patterns.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Considers factors such as food type, quantity required, location, and number of </a:t>
            </a:r>
            <a:r>
              <a:rPr lang="en-IN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eneficiaries.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Identifies NGOs with high or urgent food requirements.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20" y="3429000"/>
            <a:ext cx="10779760" cy="28867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Text Box 8"/>
          <p:cNvSpPr txBox="1"/>
          <p:nvPr/>
        </p:nvSpPr>
        <p:spPr>
          <a:xfrm>
            <a:off x="1594485" y="489585"/>
            <a:ext cx="9309735" cy="1158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4 :</a:t>
            </a:r>
            <a:r>
              <a:rPr lang="en-US" altLang="en-US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Smart NGO Selection using Q-Learning</a:t>
            </a:r>
            <a:endParaRPr lang="en-US" altLang="en-US" sz="3700" b="1" spc="-1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IN" altLang="en-US" sz="3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4200" y="488950"/>
            <a:ext cx="1136015" cy="1158875"/>
          </a:xfrm>
          <a:prstGeom prst="rect">
            <a:avLst/>
          </a:prstGeom>
          <a:noFill/>
        </p:spPr>
      </p:pic>
      <p:pic>
        <p:nvPicPr>
          <p:cNvPr id="12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488950"/>
            <a:ext cx="1310005" cy="1158875"/>
          </a:xfrm>
          <a:prstGeom prst="rect">
            <a:avLst/>
          </a:prstGeom>
          <a:noFill/>
        </p:spPr>
      </p:pic>
      <p:sp>
        <p:nvSpPr>
          <p:cNvPr id="13" name="Text Box 12"/>
          <p:cNvSpPr txBox="1"/>
          <p:nvPr/>
        </p:nvSpPr>
        <p:spPr>
          <a:xfrm>
            <a:off x="533400" y="1920875"/>
            <a:ext cx="6624320" cy="51746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module displays candidate rankings and recruitment information through an interactive dashboard.</a:t>
            </a:r>
            <a:endParaRPr lang="en-US" altLang="en-GB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system generates recruitment reports, candidate summaries, and hiring statistics automatically.</a:t>
            </a:r>
            <a:endParaRPr lang="en-US" altLang="en-GB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Algorithm Used:</a:t>
            </a: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Q-Learning Algorithm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Models the system using a Markov Decision Process (MDP).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Considers NGO selection as an action based on the current state.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720" y="2093595"/>
            <a:ext cx="4630420" cy="39738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Text Box 8"/>
          <p:cNvSpPr txBox="1"/>
          <p:nvPr/>
        </p:nvSpPr>
        <p:spPr>
          <a:xfrm>
            <a:off x="1594485" y="489585"/>
            <a:ext cx="9309735" cy="1158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5 : </a:t>
            </a:r>
            <a:r>
              <a:rPr lang="en-US" altLang="en-US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Dashboard Analytics and Performance Evaluation</a:t>
            </a:r>
            <a:endParaRPr lang="en-US" altLang="en-US" sz="3700" b="1" spc="-1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IN" altLang="en-US" sz="3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4200" y="488950"/>
            <a:ext cx="1136015" cy="1158875"/>
          </a:xfrm>
          <a:prstGeom prst="rect">
            <a:avLst/>
          </a:prstGeom>
          <a:noFill/>
        </p:spPr>
      </p:pic>
      <p:pic>
        <p:nvPicPr>
          <p:cNvPr id="12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488950"/>
            <a:ext cx="1310005" cy="1158875"/>
          </a:xfrm>
          <a:prstGeom prst="rect">
            <a:avLst/>
          </a:prstGeom>
          <a:noFill/>
        </p:spPr>
      </p:pic>
      <p:sp>
        <p:nvSpPr>
          <p:cNvPr id="13" name="Text Box 12"/>
          <p:cNvSpPr txBox="1"/>
          <p:nvPr/>
        </p:nvSpPr>
        <p:spPr>
          <a:xfrm>
            <a:off x="533400" y="1920875"/>
            <a:ext cx="6624320" cy="51746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Provides a centralized dashboard to monitor food donations, NGO requests, and delivery activities.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Displays real-time statistics such as total donations, successful deliveries, pending requests, and food saved.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Tracks the performance of the KNN demand prediction model and Q-Learning NGO selection process.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Analyzes important metrics such as delivery success rate, average delivery time, reward values, and NGO selection accuracy.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895" y="2195195"/>
            <a:ext cx="4169410" cy="38512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955165" y="796290"/>
            <a:ext cx="8074660" cy="7518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altLang="en-GB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IMPLEMENTATION </a:t>
            </a: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090930"/>
          </a:xfrm>
          <a:prstGeom prst="rect">
            <a:avLst/>
          </a:prstGeom>
          <a:noFill/>
        </p:spPr>
      </p:pic>
      <p:pic>
        <p:nvPicPr>
          <p:cNvPr id="6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1310005" cy="963930"/>
          </a:xfrm>
          <a:prstGeom prst="rect">
            <a:avLst/>
          </a:prstGeom>
          <a:noFill/>
        </p:spPr>
      </p:pic>
      <p:sp>
        <p:nvSpPr>
          <p:cNvPr id="8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Picture 2" descr="Screenshot 2026-08-25 1407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45" y="1548130"/>
            <a:ext cx="11043920" cy="4795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Text Box 4"/>
          <p:cNvSpPr txBox="1"/>
          <p:nvPr/>
        </p:nvSpPr>
        <p:spPr>
          <a:xfrm>
            <a:off x="1955165" y="796290"/>
            <a:ext cx="8074660" cy="7518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altLang="en-US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TOOLS &amp; TECHNOLOGIES</a:t>
            </a: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95605" y="1600200"/>
            <a:ext cx="10002520" cy="4939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React.js &amp; Node.js – 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4572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Frontend and backend development.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Supabase – 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4572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Database, authentication, and real-time data management.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Google Authentication &amp; Twilio OTP – 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4572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Secure user authentication and verification.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Python &amp; Scikit-learn – 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4572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Implementation of KNN demand prediction.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Q-Learning, MDP &amp; Bellman Equation – 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4572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Smart NGO selection and decision-making.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GitHub, VS Code &amp; Postman – 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4572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Development, version control, and API testing.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8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1310005" cy="1280160"/>
          </a:xfrm>
          <a:prstGeom prst="rect">
            <a:avLst/>
          </a:prstGeom>
          <a:noFill/>
        </p:spPr>
      </p:pic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7640320" y="2031365"/>
            <a:ext cx="3764280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1"/>
          <a:srcRect t="6366"/>
          <a:stretch>
            <a:fillRect/>
          </a:stretch>
        </p:blipFill>
        <p:spPr>
          <a:xfrm>
            <a:off x="612775" y="1216660"/>
            <a:ext cx="11092815" cy="528637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955165" y="464185"/>
            <a:ext cx="8074660" cy="7518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altLang="en-IN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RESULTS</a:t>
            </a:r>
            <a:endParaRPr lang="en-US" altLang="en-IN" sz="4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634365"/>
          </a:xfrm>
          <a:prstGeom prst="rect">
            <a:avLst/>
          </a:prstGeom>
          <a:noFill/>
        </p:spPr>
      </p:pic>
      <p:pic>
        <p:nvPicPr>
          <p:cNvPr id="6" name="Picture 4" descr="Description: E:\SSE\SSE\personal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849630" cy="758825"/>
          </a:xfrm>
          <a:prstGeom prst="rect">
            <a:avLst/>
          </a:prstGeom>
          <a:noFill/>
        </p:spPr>
      </p:pic>
      <p:sp>
        <p:nvSpPr>
          <p:cNvPr id="2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965" y="3832860"/>
            <a:ext cx="4075430" cy="267779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305435" y="1315720"/>
            <a:ext cx="6837045" cy="534035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955165" y="464185"/>
            <a:ext cx="8074660" cy="7518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altLang="en-IN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RESULTS</a:t>
            </a:r>
            <a:endParaRPr lang="en-US" altLang="en-IN" sz="4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634365"/>
          </a:xfrm>
          <a:prstGeom prst="rect">
            <a:avLst/>
          </a:prstGeom>
          <a:noFill/>
        </p:spPr>
      </p:pic>
      <p:pic>
        <p:nvPicPr>
          <p:cNvPr id="6" name="Picture 4" descr="Description: E:\SSE\SSE\personal\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849630" cy="758825"/>
          </a:xfrm>
          <a:prstGeom prst="rect">
            <a:avLst/>
          </a:prstGeom>
          <a:noFill/>
        </p:spPr>
      </p:pic>
      <p:sp>
        <p:nvSpPr>
          <p:cNvPr id="2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4080" y="1506220"/>
            <a:ext cx="4559300" cy="21888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955165" y="796290"/>
            <a:ext cx="8074660" cy="7518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altLang="en-US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FUTURE ENHANCEMENTS</a:t>
            </a: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69900" y="1627505"/>
            <a:ext cx="11202035" cy="4960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Real-Time Route Optimization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– Optimize delivery routes based on traffic, distance, and food expiry time.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IoT-Based Food Monitoring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– Use sensors to track food temperature and freshness during transportation.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Advanced AI Models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– Integrate Deep Reinforcement Learning for more complex and scalable decision-making.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Blockchain Integration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– Improve transparency and traceability of food donations and deliveries.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Mobile Application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– Develop a dedicated mobile app for donors, NGOs, and delivery volunteers.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Multi-City Expansion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– Scale the system to connect multiple cities and larger food redistribution networks.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212850"/>
          </a:xfrm>
          <a:prstGeom prst="rect">
            <a:avLst/>
          </a:prstGeom>
          <a:noFill/>
        </p:spPr>
      </p:pic>
      <p:pic>
        <p:nvPicPr>
          <p:cNvPr id="6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1310005" cy="1170305"/>
          </a:xfrm>
          <a:prstGeom prst="rect">
            <a:avLst/>
          </a:prstGeom>
          <a:noFill/>
        </p:spPr>
      </p:pic>
      <p:sp>
        <p:nvSpPr>
          <p:cNvPr id="2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Text Box 5"/>
          <p:cNvSpPr txBox="1"/>
          <p:nvPr/>
        </p:nvSpPr>
        <p:spPr>
          <a:xfrm>
            <a:off x="2667000" y="706120"/>
            <a:ext cx="6096000" cy="704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altLang="en-US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en-IN" altLang="en-US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ONCLUSION</a:t>
            </a: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33400" y="1790065"/>
            <a:ext cx="11039475" cy="4771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FoodRescue AI provides an intelligent solution for reducing food wastage through efficient food redistribution.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system combines KNN demand prediction and Q-Learning for smarter NGO selection.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Factors such as food expiry time, distance, demand, and delivery success are considered for decision-making.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MDP and Bellman Equations enable the system to learn and improve from previous outcomes.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Secure authentication, real-time data management, and analytics improve the overall system functionality.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Overall, the project aims to ensure that surplus food reaches the right NGO at the right time, reducing waste and supporting communities in need.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9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1310005" cy="1280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Text Box 4"/>
          <p:cNvSpPr txBox="1"/>
          <p:nvPr/>
        </p:nvSpPr>
        <p:spPr>
          <a:xfrm>
            <a:off x="2667000" y="706120"/>
            <a:ext cx="6383020" cy="704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REFERENCES</a:t>
            </a: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33400" y="1790700"/>
            <a:ext cx="11039475" cy="47707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Richard S. Sutton and Andrew G. Barto, “Reinforcement Learning: An Introduction,” MIT Press, 2nd Edition, 2018.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Christopher J. C. H. Watkins and Peter Dayan, “Q-Learning,” Machine Learning, Vol. 8, pp. 279–292, 1992.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Richard Bellman, “A Markovian Decision Process,” Journal of Mathematics and Mechanics, Vol. 6, No. 5, pp. 679–684, 1957.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Thomas Cover and Peter Hart, “Nearest Neighbor Pattern Classification,” IEEE Transactions on Information Theory, Vol. 13, No. 1, pp. 21–27, 1967.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Stefan Minner and Christian M. J. Tam, “Food Waste Reduction Through Intelligent Supply Chain and Redistribution Systems,” International Journal of Production Economics</a:t>
            </a:r>
            <a:r>
              <a:rPr lang="en-IN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IN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8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1310005" cy="1280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1177925" y="1219200"/>
            <a:ext cx="9836150" cy="4485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6945</Words>
  <Application>WPS Presentation</Application>
  <PresentationFormat>Widescreen</PresentationFormat>
  <Paragraphs>143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SimSun</vt:lpstr>
      <vt:lpstr>Wingdings</vt:lpstr>
      <vt:lpstr>Times New Roman</vt:lpstr>
      <vt:lpstr>Times New Roman</vt:lpstr>
      <vt:lpstr>Calibri</vt:lpstr>
      <vt:lpstr>Microsoft YaHei</vt:lpstr>
      <vt:lpstr>Arial Unicode MS</vt:lpstr>
      <vt:lpstr>Calibri Light</vt:lpstr>
      <vt:lpstr>Office Theme</vt:lpstr>
      <vt:lpstr>FoodRescue AI – Smart Food Redistribution Using Markov Decision process and Bellman Equations</vt:lpstr>
      <vt:lpstr>     ABSTRACT </vt:lpstr>
      <vt:lpstr>  INTRODUCTION </vt:lpstr>
      <vt:lpstr>PROBLEM STATEMENT</vt:lpstr>
      <vt:lpstr>    OBJECTIVE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Siddartha Galla</cp:lastModifiedBy>
  <cp:revision>22</cp:revision>
  <dcterms:created xsi:type="dcterms:W3CDTF">2025-07-23T00:59:00Z</dcterms:created>
  <dcterms:modified xsi:type="dcterms:W3CDTF">2026-08-27T06:00:03Z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C70FB3740DB348A29293A59686D4502D_13</vt:lpwstr>
  </property>
  <property fmtid="{D5CDD505-2E9C-101B-9397-08002B2CF9AE}" pid="3" name="KSOProductBuildVer">
    <vt:lpwstr>1033-12.1.0.28032</vt:lpwstr>
  </property>
</Properties>
</file>